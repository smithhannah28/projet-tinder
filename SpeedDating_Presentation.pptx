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40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4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des facteurs de succès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Analyse exploratoire, descriptive et inférentielle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SMITH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Dafs-ft-17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Méthodologie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1901952" cy="822960"/>
          </a:xfrm>
          <a:prstGeom prst="rect">
            <a:avLst/>
          </a:prstGeom>
          <a:solidFill>
            <a:srgbClr val="F3F8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9464" y="960120"/>
            <a:ext cx="1901952" cy="822960"/>
          </a:xfrm>
          <a:prstGeom prst="rect">
            <a:avLst/>
          </a:prstGeom>
          <a:solidFill>
            <a:srgbClr val="F3F8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98755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9464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960120"/>
            <a:ext cx="1901952" cy="822960"/>
          </a:xfrm>
          <a:prstGeom prst="rect">
            <a:avLst/>
          </a:prstGeom>
          <a:solidFill>
            <a:srgbClr val="F3F8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98755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36008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02552" y="960120"/>
            <a:ext cx="1901952" cy="822960"/>
          </a:xfrm>
          <a:prstGeom prst="rect">
            <a:avLst/>
          </a:prstGeom>
          <a:solidFill>
            <a:srgbClr val="F3F8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02552" y="98755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02552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377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37744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 MacRoman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77977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" y="277977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médiane par individu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4088" y="318211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par participant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58444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358444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dérivées : perception_de_soi, biais, taux_oui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1938528"/>
            <a:ext cx="18288" cy="28346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  (α = 0,05)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377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 Pearson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59168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continues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27797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one-way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59168" y="27797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groupes indépendants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 de Welch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5916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groupes indépendants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584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59168" y="3584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la normalité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1  ·  Q1 — Perception de soi &amp; Matchs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qui s'évaluent mieux obtiennent-elles plus de matchs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7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perception_de_soi = moyenne(attr3_1, sinc3_1, intel3_1, fun3_1, amb3_1)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920240"/>
            <a:ext cx="2834640" cy="658368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920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REJETÉE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249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0,148  •  p = 0,042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Corrélation faible mais significative. Une meilleure image de soi est légèrement associée à plus de matchs.</a:t>
            </a:r>
            <a:endParaRPr lang="en-US" sz="11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901C248-3667-2CEF-A2F8-921D4E9E0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6" y="1895094"/>
            <a:ext cx="5501148" cy="2574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1  ·  Q2 &amp; Q3 — Biais et effet du succès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Confiant, réaliste ou modeste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7D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biais = perception_de_soi − évaluation_reçue  →  3 groupes : sous-estimation / réaliste / surestimation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00600" y="1600200"/>
            <a:ext cx="384048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600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non rejetée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1929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2,097  •  p = 0,124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0060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 groupe ne se démarque statistiquement.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858768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Le succès modifie-t-il la perception de soi 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4334256"/>
            <a:ext cx="384048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389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après l'événement (T2)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608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0,029  •  p = 0,649  →  H0 non rejetée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4334256"/>
            <a:ext cx="384048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4389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à 4 semaines après (T3)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00600" y="46085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0,077  •  p = 0,227  →  H0 non rejetée</a:t>
            </a:r>
            <a:endParaRPr lang="en-US" sz="10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A210595-04DD-61B1-765E-F0EDCBDE4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02" y="1600200"/>
            <a:ext cx="4388318" cy="2039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  ·  Q1 &amp; Q2 — Saison, matchs et sélectivité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Printemps : vagues 6-9 &amp; 18-21  (n = 201)    •    Automne : vagues 1-5 &amp; 10-17  (n = 350)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Nombre de matchs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4041648"/>
            <a:ext cx="39319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96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non rejetée  —  t = −0,519  •  p = 0,604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61872"/>
            <a:ext cx="18288" cy="354787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Sélectivité (taux de décision positive)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846320" y="4041648"/>
            <a:ext cx="39319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83480" y="4096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non rejetée  —  t = −0,022  •  p = 0,983</a:t>
            </a:r>
            <a:endParaRPr lang="en-US" sz="105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3F8302B-9676-38B6-394D-27EFED057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10" y="1691640"/>
            <a:ext cx="4322038" cy="224028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546E6B4-787C-9C2A-65B1-E4D9DB17E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1691640"/>
            <a:ext cx="4282558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2  ·  Q3 — Critères de sélection par saison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638600"/>
              </p:ext>
            </p:extLst>
          </p:nvPr>
        </p:nvGraphicFramePr>
        <p:xfrm>
          <a:off x="502920" y="3293812"/>
          <a:ext cx="8138160" cy="1706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Attractivité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Automne &gt; Printemps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Sincérité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Printemps &gt; Automne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Intérêts communs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Printemps &gt; Automne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8A1DFA2A-8EB4-7779-49D3-34D5E14BF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99" y="850393"/>
            <a:ext cx="5353663" cy="2370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Améliorations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13816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141732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perception de soi est liée au succès, mais faiblement (r = 0,148)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7568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207568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ou modestie : aucune différence de matchs (ANOVA, p = 0,124)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73405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4088" y="273405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succès ne modifie pas la perception de soi après l'événement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9242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" y="3392424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saison n'influence ni les matchs ni la sélectivité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0507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405079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critères déclarés varient selon la saison — pas les comportements réels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950976"/>
            <a:ext cx="18288" cy="41148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Pistes d'analyses futures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141732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déséquilibrés (n=201 printemps vs n=350 automne)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07568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2075688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auto-déclarées — biais de désirabilité sociale possible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273405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47488" y="273405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 : modéliser le succès avec plusieurs variables simultanément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339242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3392424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genre : les effets de perception diffèrent-ils entre hommes et femmes ?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1848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</a:t>
            </a:r>
            <a:r>
              <a:rPr lang="en-US" sz="4400" b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400" b="1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</a:t>
            </a: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!</a:t>
            </a:r>
            <a:endParaRPr lang="en-US" sz="4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2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520</Words>
  <Application>Microsoft Office PowerPoint</Application>
  <PresentationFormat>Affichage à l'écran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Hugh Smith</cp:lastModifiedBy>
  <cp:revision>3</cp:revision>
  <dcterms:created xsi:type="dcterms:W3CDTF">2026-05-28T09:21:33Z</dcterms:created>
  <dcterms:modified xsi:type="dcterms:W3CDTF">2026-05-28T10:27:51Z</dcterms:modified>
</cp:coreProperties>
</file>